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Salary Band Wise Hours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Employee's Strength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Department Wise Age Range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Tenure Wise Performance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Clarte's - HR Dashboard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Performance Wise Salary Increase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 Vs  Salary &amp; Salary Band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Performance, Region, Tenure by Gender and Hours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Performance Vs Salary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 Vs Salary Band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Midwest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Department Wise Performance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Manager vs Performance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 Vs  Salary &amp; Salary Band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620162c-de7b-4c34-ab58-03b617eeb49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7dbcf0e07a54d58" /><Relationship Type="http://schemas.openxmlformats.org/officeDocument/2006/relationships/slideLayout" Target="/ppt/slideLayouts/slideLayout8.xml" Id="Rafe65af1041a406c" /><Relationship Type="http://schemas.openxmlformats.org/officeDocument/2006/relationships/hyperlink" Target="https://app.powerbi.com/groups/me/reports/e620162c-de7b-4c34-ab58-03b617eeb499/?pbi_source=PowerPoint" TargetMode="External" Id="RelId0" /><Relationship Type="http://schemas.openxmlformats.org/officeDocument/2006/relationships/image" Target="/ppt/media/image4.png" Id="imgId149073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7d1a1d6583c84aff" /><Relationship Type="http://schemas.openxmlformats.org/officeDocument/2006/relationships/slideLayout" Target="/ppt/slideLayouts/slideLayout8.xml" Id="R18f0bdda74e34906" /><Relationship Type="http://schemas.openxmlformats.org/officeDocument/2006/relationships/hyperlink" Target="https://app.powerbi.com/groups/me/reports/e620162c-de7b-4c34-ab58-03b617eeb499/?pbi_source=PowerPoint" TargetMode="External" Id="RelId1" /><Relationship Type="http://schemas.openxmlformats.org/officeDocument/2006/relationships/image" Target="/ppt/media/image5.png" Id="imgId149073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7fb9bc4317004e9b" /><Relationship Type="http://schemas.openxmlformats.org/officeDocument/2006/relationships/slideLayout" Target="/ppt/slideLayouts/slideLayout8.xml" Id="Rb5071ce27f5f4d2b" /><Relationship Type="http://schemas.openxmlformats.org/officeDocument/2006/relationships/hyperlink" Target="https://app.powerbi.com/groups/me/reports/e620162c-de7b-4c34-ab58-03b617eeb499/?pbi_source=PowerPoint" TargetMode="External" Id="RelId2" /><Relationship Type="http://schemas.openxmlformats.org/officeDocument/2006/relationships/image" Target="/ppt/media/image6.png" Id="imgId14907345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CLarte_HR_Dashboard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6/22/2026 12:57:37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6/22/2026 12:39:15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ary Band Wise Hours ,Total Employee's Strength ,Department Wise Age Range ,textbox ,Tenure Wise Performance ,Clarte's - HR Dashboard ,Performance Wise Salary Increase ,Region Vs  Salary &amp; Salary Band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0734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Clarte_HR_Dashboard_1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erformance, Region, Tenure by Gender and Hours ,Performance Vs Salary ,Region Vs Salary Band ,Midwes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0734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Clarte_HR_Dashboard_2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Department Wise Performance ,Manager vs Performance ,Region Vs  Salary &amp; Salary Band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0734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Clarte_HR_Dashboard_3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